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457200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BIT N BUILD'26 GUJARAT ROUND  |  PS-9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RescueGrid (ResQ)</a:t>
            </a:r>
          </a:p>
          <a:p>
            <a:pPr>
              <a:spcBef>
                <a:spcPts val="800"/>
              </a:spcBef>
              <a:defRPr sz="1800" b="1">
                <a:solidFill>
                  <a:srgbClr val="0EA5E9"/>
                </a:solidFill>
              </a:defRPr>
            </a:pPr>
            <a:r>
              <a:t>Intelligent Emergency Response Coordination Platform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AI-Driven Triage, PostGIS Spatial Deduplication &amp; Real-Time Operational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PROJECT TITLE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RescueGrid (ResQ)</a:t>
            </a:r>
          </a:p>
          <a:p>
            <a:pPr>
              <a:spcBef>
                <a:spcPts val="1000"/>
              </a:spcBef>
              <a:defRPr sz="1000" b="1">
                <a:solidFill>
                  <a:srgbClr val="0EA5E9"/>
                </a:solidFill>
              </a:defRPr>
            </a:pPr>
            <a:r>
              <a:t>PROBLEM STATEMENT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PS-9: Emergency Response Coordination</a:t>
            </a:r>
          </a:p>
          <a:p>
            <a:pPr>
              <a:spcBef>
                <a:spcPts val="1000"/>
              </a:spcBef>
              <a:defRPr sz="1000" b="1">
                <a:solidFill>
                  <a:srgbClr val="0EA5E9"/>
                </a:solidFill>
              </a:defRPr>
            </a:pPr>
            <a:r>
              <a:t>TEAM NAME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[Insert Team Name]</a:t>
            </a:r>
          </a:p>
          <a:p>
            <a:pPr>
              <a:spcBef>
                <a:spcPts val="1000"/>
              </a:spcBef>
              <a:defRPr sz="1000" b="1">
                <a:solidFill>
                  <a:srgbClr val="0EA5E9"/>
                </a:solidFill>
              </a:defRPr>
            </a:pPr>
            <a:r>
              <a:t>TEAM LEADER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[Insert Leader Name]</a:t>
            </a:r>
          </a:p>
          <a:p>
            <a:pPr>
              <a:spcBef>
                <a:spcPts val="1000"/>
              </a:spcBef>
              <a:defRPr sz="1000" b="1">
                <a:solidFill>
                  <a:srgbClr val="0EA5E9"/>
                </a:solidFill>
              </a:defRPr>
            </a:pPr>
            <a:r>
              <a:t>COLLEGE / INSTITUTION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[Insert College Name]</a:t>
            </a:r>
          </a:p>
          <a:p>
            <a:pPr>
              <a:spcBef>
                <a:spcPts val="1000"/>
              </a:spcBef>
              <a:defRPr sz="1000" b="1">
                <a:solidFill>
                  <a:srgbClr val="0EA5E9"/>
                </a:solidFill>
              </a:defRPr>
            </a:pPr>
            <a:r>
              <a:t>TECH STACK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Next.js 15 • FastAPI • PostGIS • Redis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BIT N BUILD'26 GUJARAT ROUND | PS-9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Problem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THE PROBLEM BEING ADDRESSED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Fragmented Inflow Channels: </a:t>
            </a:r>
            <a:r>
              <a:rPr b="0">
                <a:solidFill>
                  <a:srgbClr val="94A3B8"/>
                </a:solidFill>
              </a:rPr>
              <a:t>Disaster reports flood via phones, web forms, panic alerts, and sensors without a unified view.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Cognitive Overload &amp; Delays: </a:t>
            </a:r>
            <a:r>
              <a:rPr b="0">
                <a:solidFill>
                  <a:srgbClr val="94A3B8"/>
                </a:solidFill>
              </a:rPr>
              <a:t>Manual cross-referencing wastes precious minutes when seconds dictate survival.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Duplicate Unit Dispatches: </a:t>
            </a:r>
            <a:r>
              <a:rPr b="0">
                <a:solidFill>
                  <a:srgbClr val="94A3B8"/>
                </a:solidFill>
              </a:rPr>
              <a:t>Dozens calling for the same accident causes 2-3x redundant emergency vehicles to be dispatched.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Target Users: </a:t>
            </a:r>
            <a:r>
              <a:rPr b="0">
                <a:solidFill>
                  <a:srgbClr val="94A3B8"/>
                </a:solidFill>
              </a:rPr>
              <a:t>911/112 Dispatchers, Field Rescue Squads, Vulnerable Citizens (Women/Personal Safety), City Disaster Cells.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PROPOSED SOLUTION: RESCUEGRID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Unified Emergency Intake: </a:t>
            </a:r>
            <a:r>
              <a:rPr b="0">
                <a:solidFill>
                  <a:srgbClr val="94A3B8"/>
                </a:solidFill>
              </a:rPr>
              <a:t>Citizen web portal, 2-tap SOS panic button, phone operator call logging, and IoT sensor streams.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Sub-5s AI Triage Engine: </a:t>
            </a:r>
            <a:r>
              <a:rPr b="0">
                <a:solidFill>
                  <a:srgbClr val="94A3B8"/>
                </a:solidFill>
              </a:rPr>
              <a:t>LLM &amp; heuristic scoring for severity (1-5), priority (low-critical), and clear situational summaries.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PostGIS Spatial Deduplication: </a:t>
            </a:r>
            <a:r>
              <a:rPr b="0">
                <a:solidFill>
                  <a:srgbClr val="94A3B8"/>
                </a:solidFill>
              </a:rPr>
              <a:t>Clusters 150m / 30m radius incidents automatically, eliminating redundant vehicle deployment.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Human-in-the-Loop AI Dispatch: </a:t>
            </a:r>
            <a:r>
              <a:rPr b="0">
                <a:solidFill>
                  <a:srgbClr val="94A3B8"/>
                </a:solidFill>
              </a:rPr>
              <a:t>Recommends closest capable responders with explainable reasons; coordinator retains full confirmation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BIT N BUILD'26 GUJARAT ROUND | PS-9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Technology Stack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962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FRONTEND &amp; CLIENT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Next.js 15 (App Router): </a:t>
            </a:r>
            <a:r>
              <a:rPr b="0">
                <a:solidFill>
                  <a:srgbClr val="94A3B8"/>
                </a:solidFill>
              </a:rPr>
              <a:t>TypeScript, SSR, Client Components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Tailwind CSS &amp; Shadcn UI: </a:t>
            </a:r>
            <a:r>
              <a:rPr b="0">
                <a:solidFill>
                  <a:srgbClr val="94A3B8"/>
                </a:solidFill>
              </a:rPr>
              <a:t>Accessible Radix micro-interactions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Leaflet &amp; OSM: </a:t>
            </a:r>
            <a:r>
              <a:rPr b="0">
                <a:solidFill>
                  <a:srgbClr val="94A3B8"/>
                </a:solidFill>
              </a:rPr>
              <a:t>Interactive live GIS crisis mapping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Recharts: </a:t>
            </a:r>
            <a:r>
              <a:rPr b="0">
                <a:solidFill>
                  <a:srgbClr val="94A3B8"/>
                </a:solidFill>
              </a:rPr>
              <a:t>Real-time analytics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371600"/>
            <a:ext cx="3328416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08760"/>
            <a:ext cx="2962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BACKEND &amp; ASYNC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FastAPI (Python 3.12): </a:t>
            </a:r>
            <a:r>
              <a:rPr b="0">
                <a:solidFill>
                  <a:srgbClr val="94A3B8"/>
                </a:solidFill>
              </a:rPr>
              <a:t>Modular monolith, Pydantic v2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Async Worker Service: </a:t>
            </a:r>
            <a:r>
              <a:rPr b="0">
                <a:solidFill>
                  <a:srgbClr val="94A3B8"/>
                </a:solidFill>
              </a:rPr>
              <a:t>Asynchronous triage loop (:8081)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Redis 7 Pub/Sub: </a:t>
            </a:r>
            <a:r>
              <a:rPr b="0">
                <a:solidFill>
                  <a:srgbClr val="94A3B8"/>
                </a:solidFill>
              </a:rPr>
              <a:t>Sub-second WebSocket fan-out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SlowAPI Rate Limiter: </a:t>
            </a:r>
            <a:r>
              <a:rPr b="0">
                <a:solidFill>
                  <a:srgbClr val="94A3B8"/>
                </a:solidFill>
              </a:rPr>
              <a:t>Protects public intake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371600"/>
            <a:ext cx="3328416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508760"/>
            <a:ext cx="2962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DATABASE &amp; AI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PostgreSQL 16 + PostGIS 3.4: </a:t>
            </a:r>
            <a:r>
              <a:rPr b="0">
                <a:solidFill>
                  <a:srgbClr val="94A3B8"/>
                </a:solidFill>
              </a:rPr>
              <a:t>ST_DWithin spatial indexing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SQLAlchemy 2.0 (AsyncPG): </a:t>
            </a:r>
            <a:r>
              <a:rPr b="0">
                <a:solidFill>
                  <a:srgbClr val="94A3B8"/>
                </a:solidFill>
              </a:rPr>
              <a:t>High-performance async DB pooling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OpenAI GPT / Local LLM: </a:t>
            </a:r>
            <a:r>
              <a:rPr b="0">
                <a:solidFill>
                  <a:srgbClr val="94A3B8"/>
                </a:solidFill>
              </a:rPr>
              <a:t>Async categorization &amp; summaries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Keyword Heuristic Fallback: </a:t>
            </a:r>
            <a:r>
              <a:rPr b="0">
                <a:solidFill>
                  <a:srgbClr val="94A3B8"/>
                </a:solidFill>
              </a:rPr>
              <a:t>Fail-safe zero-downtime triage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END-TO-END DATAFLOW PIPELINE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[Citizen Web / 2-Tap SOS / Phone Calls / Sensors]</a:t>
            </a:r>
            <a:br/>
            <a:r>
              <a:t>           ▼</a:t>
            </a:r>
            <a:br/>
            <a:r>
              <a:t>[FastAPI Gateway (Rate-Limited, RBAC)] ──► [PostGIS (ST_DWithin)] + [Redis Queue]</a:t>
            </a:r>
            <a:br/>
            <a:r>
              <a:t>           ▼                                            ▼</a:t>
            </a:r>
            <a:br/>
            <a:r>
              <a:t>[Redis WebSocket Broadcast (ws://...)] ◄── [Async AI Worker (Triage, Dedup, Fallback)]</a:t>
            </a:r>
            <a:br/>
            <a:r>
              <a:t>           ▼</a:t>
            </a:r>
            <a:br/>
            <a:r>
              <a:t>[Next.js 15 Dispatcher Situation Room] ──► [Human Confirms/Overrides] ──► [Field Dispatched]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BIT N BUILD'26 GUJARAT ROUND | PS-9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Approach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1. Modular Monolith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Co-locates incident lifecycle, worker tasks, and RBAC without microservice network overhead.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Enables sub-5-second end-to-end triage while keeping codebase modular and deployable via Docker.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37160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9944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2. Spatiotemporal Deduplication Algorithm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Executes PostGIS ST_DWithin spatial queries within 150m radius and 30-minute rolling time windows.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Blends string sequence matching with vector embeddings to auto-merge duplicate crisis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3. Explainable AI Resource Matching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Greedy multi-factor heuristic scoring evaluates travel proximity, responder capabilities, and load.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Generates transparent natural-language reasoning (e.g. 'Nearest available fire unit, 1.8km, hazmat certified').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84048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4. Fail-Safe Resilience &amp; PII Privacy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Keyword heuristic classifier runs instantly if LLM times out—zero incidents remain stuck.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Personal-safety reports enforce differential privacy: reporter identities shielded under strict AuditLog.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BIT N BUILD'26 GUJARAT ROUND | PS-9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Features &amp; Achievements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KEY IMPLEMENTED FUNCTIONALITIES (FULLY WORKING)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✔ Multi-Channel Intake Suite: </a:t>
            </a:r>
            <a:r>
              <a:rPr b="0">
                <a:solidFill>
                  <a:srgbClr val="94A3B8"/>
                </a:solidFill>
              </a:rPr>
              <a:t>Citizen report (/report), 2-tap SOS (/sos), operator call logging (/incidents/log), and IoT sensor simulation.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✔ Sub-5s Async AI Triage: </a:t>
            </a:r>
            <a:r>
              <a:rPr b="0">
                <a:solidFill>
                  <a:srgbClr val="94A3B8"/>
                </a:solidFill>
              </a:rPr>
              <a:t>Extracts category, 1-5 severity, priority, and 2-3 sentence summaries with fail-safe heuristic fallback.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✔ PostGIS Spatial Deduplication: </a:t>
            </a:r>
            <a:r>
              <a:rPr b="0">
                <a:solidFill>
                  <a:srgbClr val="94A3B8"/>
                </a:solidFill>
              </a:rPr>
              <a:t>Identifies duplicate crisis reports within 150m/30m and links them under a single master event.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✔ Live Dispatcher Situation Room: </a:t>
            </a:r>
            <a:r>
              <a:rPr b="0">
                <a:solidFill>
                  <a:srgbClr val="94A3B8"/>
                </a:solidFill>
              </a:rPr>
              <a:t>Leaflet crisis map + priority incident queue updated live via WebSockets (ws://.../dashboard).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✔ Smart Resource Assignment: </a:t>
            </a:r>
            <a:r>
              <a:rPr b="0">
                <a:solidFill>
                  <a:srgbClr val="94A3B8"/>
                </a:solidFill>
              </a:rPr>
              <a:t>Ranked top-3 recommendations with human-readable justifications and one-click dispatch confirm.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✔ Alerts &amp; Escalation Center: </a:t>
            </a:r>
            <a:r>
              <a:rPr b="0">
                <a:solidFill>
                  <a:srgbClr val="94A3B8"/>
                </a:solidFill>
              </a:rPr>
              <a:t>Evaluates background rules every 30s for critical emergencies and delayed response (&gt;15m).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✔ Performance &amp; Hotspots Analytics: </a:t>
            </a:r>
            <a:r>
              <a:rPr b="0">
                <a:solidFill>
                  <a:srgbClr val="94A3B8"/>
                </a:solidFill>
              </a:rPr>
              <a:t>Live Recharts dashboard for status distribution, category breakdown, and geographic hotspots.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9633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554480"/>
            <a:ext cx="3139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MEASURABLE METRICS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</a:defRPr>
            </a:pPr>
            <a:r>
              <a:t>&lt; 5s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Time to AI Triage: From submission to classified queue entry.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</a:defRPr>
            </a:pPr>
            <a:r>
              <a:t>≥ 90%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Dedup Precision: On synthetic multi-report crisis clusters.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</a:defRPr>
            </a:pPr>
            <a:r>
              <a:t>80 Tests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Automated Pytest Suite: Full CI integration verifying API &amp; worker logic.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</a:defRPr>
            </a:pPr>
            <a:r>
              <a:t>100%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Human-in-the-Loop: Zero unapproved automated dispatches.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BIT N BUILD'26 GUJARAT ROUND | PS-9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Team Contributions &amp; Interface Showcase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TEAM CONTRIBUTIONS &amp; ROLES</a:t>
            </a:r>
          </a:p>
          <a:p>
            <a:pPr>
              <a:spcBef>
                <a:spcPts val="300"/>
              </a:spcBef>
              <a:defRPr b="1" sz="1000">
                <a:solidFill>
                  <a:srgbClr val="F8FAFC"/>
                </a:solidFill>
              </a:defRPr>
            </a:pPr>
            <a:r>
              <a:t>• Member 1 — Backend &amp; API Architecture: </a:t>
            </a:r>
            <a:r>
              <a:rPr b="0">
                <a:solidFill>
                  <a:srgbClr val="94A3B8"/>
                </a:solidFill>
              </a:rPr>
              <a:t>FastAPI modular monolith, async worker loop, Redis Pub/Sub integration &amp; RBAC.</a:t>
            </a:r>
          </a:p>
          <a:p>
            <a:pPr>
              <a:spcBef>
                <a:spcPts val="300"/>
              </a:spcBef>
              <a:defRPr b="1" sz="1000">
                <a:solidFill>
                  <a:srgbClr val="F8FAFC"/>
                </a:solidFill>
              </a:defRPr>
            </a:pPr>
            <a:r>
              <a:t>• Member 2 — Frontend &amp; UI Engineering: </a:t>
            </a:r>
            <a:r>
              <a:rPr b="0">
                <a:solidFill>
                  <a:srgbClr val="94A3B8"/>
                </a:solidFill>
              </a:rPr>
              <a:t>Next.js 15 App Router, Leaflet situation map, live WebSocket queue &amp; operator shell.</a:t>
            </a:r>
          </a:p>
          <a:p>
            <a:pPr>
              <a:spcBef>
                <a:spcPts val="300"/>
              </a:spcBef>
              <a:defRPr b="1" sz="1000">
                <a:solidFill>
                  <a:srgbClr val="F8FAFC"/>
                </a:solidFill>
              </a:defRPr>
            </a:pPr>
            <a:r>
              <a:t>• Member 3 — Database &amp; Geospatial Logic: </a:t>
            </a:r>
            <a:r>
              <a:rPr b="0">
                <a:solidFill>
                  <a:srgbClr val="94A3B8"/>
                </a:solidFill>
              </a:rPr>
              <a:t>PostgreSQL 16 + PostGIS setup, Alembic migrations, and ST_DWithin spatial deduplication.</a:t>
            </a:r>
          </a:p>
          <a:p>
            <a:pPr>
              <a:spcBef>
                <a:spcPts val="300"/>
              </a:spcBef>
              <a:defRPr b="1" sz="1000">
                <a:solidFill>
                  <a:srgbClr val="F8FAFC"/>
                </a:solidFill>
              </a:defRPr>
            </a:pPr>
            <a:r>
              <a:t>• Member 4 — UI/UX &amp; Testing Lead: </a:t>
            </a:r>
            <a:r>
              <a:rPr b="0">
                <a:solidFill>
                  <a:srgbClr val="94A3B8"/>
                </a:solidFill>
              </a:rPr>
              <a:t>Shadcn/Radix components, SOS panic flow, test plan execution &amp; 80-test Pytest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542032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SCREENSHOT 1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Citizen Report &amp; SOS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Minimal-friction 2-tap panic &amp; structured intake (/sos &amp; /report).</a:t>
            </a:r>
          </a:p>
          <a:p>
            <a:pPr>
              <a:spcBef>
                <a:spcPts val="2000"/>
              </a:spcBef>
              <a:defRPr sz="900">
                <a:solidFill>
                  <a:srgbClr val="0EA5E9"/>
                </a:solidFill>
              </a:defRPr>
            </a:pPr>
            <a:r>
              <a:t>[Insert Live Screenshot from http://localhost:3000]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200400"/>
            <a:ext cx="2542032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333756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SCREENSHOT 2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Live Situation Map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Leaflet GIS with active incidents &amp; responder telemetry (/dashboard).</a:t>
            </a:r>
          </a:p>
          <a:p>
            <a:pPr>
              <a:spcBef>
                <a:spcPts val="2000"/>
              </a:spcBef>
              <a:defRPr sz="900">
                <a:solidFill>
                  <a:srgbClr val="0EA5E9"/>
                </a:solidFill>
              </a:defRPr>
            </a:pPr>
            <a:r>
              <a:t>[Insert Live Screenshot from http://localhost:3000]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200400"/>
            <a:ext cx="2542032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333756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SCREENSHOT 3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AI Resource Dispatch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Ranked recommendations with explainable rationale (/incidents/[id]).</a:t>
            </a:r>
          </a:p>
          <a:p>
            <a:pPr>
              <a:spcBef>
                <a:spcPts val="2000"/>
              </a:spcBef>
              <a:defRPr sz="900">
                <a:solidFill>
                  <a:srgbClr val="0EA5E9"/>
                </a:solidFill>
              </a:defRPr>
            </a:pPr>
            <a:r>
              <a:t>[Insert Live Screenshot from http://localhost:3000]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200400"/>
            <a:ext cx="2542032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333756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SCREENSHOT 4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Real-Time Analytics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Category distributions, delay metrics &amp; hotspot heatmaps (/analytics).</a:t>
            </a:r>
          </a:p>
          <a:p>
            <a:pPr>
              <a:spcBef>
                <a:spcPts val="2000"/>
              </a:spcBef>
              <a:defRPr sz="900">
                <a:solidFill>
                  <a:srgbClr val="0EA5E9"/>
                </a:solidFill>
              </a:defRPr>
            </a:pPr>
            <a:r>
              <a:t>[Insert Live Screenshot from http://localhost:3000]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BIT N BUILD'26 GUJARAT ROUND | PS-9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Impact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REAL-WORLD IMPACT ACHIEVED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70%+ Reduction in Triage Time: </a:t>
            </a:r>
            <a:r>
              <a:rPr b="0">
                <a:solidFill>
                  <a:srgbClr val="94A3B8"/>
                </a:solidFill>
              </a:rPr>
              <a:t>Automates classification, priority, and summary generation within 5 seconds of report arrival.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Eliminates Resource Wastage: </a:t>
            </a:r>
            <a:r>
              <a:rPr b="0">
                <a:solidFill>
                  <a:srgbClr val="94A3B8"/>
                </a:solidFill>
              </a:rPr>
              <a:t>PostGIS spatial deduplication prevents dispatching multiple emergency units to the same event.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Empowering Citizen &amp; Women Safety: </a:t>
            </a:r>
            <a:r>
              <a:rPr b="0">
                <a:solidFill>
                  <a:srgbClr val="94A3B8"/>
                </a:solidFill>
              </a:rPr>
              <a:t>Instant 2-tap SOS panic mode with anonymous reporting and trusted contact SMS alerts.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Higher Coordinator Trust: </a:t>
            </a:r>
            <a:r>
              <a:rPr b="0">
                <a:solidFill>
                  <a:srgbClr val="94A3B8"/>
                </a:solidFill>
              </a:rPr>
              <a:t>Explainable AI recommendations ensure dispatchers understand the exact reason behind every proposed unit.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FUTURE EXPANSION (CLEARLY SEPARATED)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Automated 112/911 Telephony IVR: </a:t>
            </a:r>
            <a:r>
              <a:rPr b="0">
                <a:solidFill>
                  <a:srgbClr val="94A3B8"/>
                </a:solidFill>
              </a:rPr>
              <a:t>Direct integration with Twilio/Asterisk for real-time speech-to-text automated emergency transcription.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Autonomous Drone Telemetry: </a:t>
            </a:r>
            <a:r>
              <a:rPr b="0">
                <a:solidFill>
                  <a:srgbClr val="94A3B8"/>
                </a:solidFill>
              </a:rPr>
              <a:t>Automated recon drone dispatch to stream live aerial video feeds directly into the Leaflet crisis map.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Multi-Agency Federation: </a:t>
            </a:r>
            <a:r>
              <a:rPr b="0">
                <a:solidFill>
                  <a:srgbClr val="94A3B8"/>
                </a:solidFill>
              </a:rPr>
              <a:t>Inter-departmental synchronization linking Police, Fire, Hospital bed availability, and National Disaster forces.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Offline LoRa Mesh Networking: </a:t>
            </a:r>
            <a:r>
              <a:rPr b="0">
                <a:solidFill>
                  <a:srgbClr val="94A3B8"/>
                </a:solidFill>
              </a:rPr>
              <a:t>Enables citizen SOS reporting in severe disaster zones when mobile cell towers are 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BIT N BUILD'26 GUJARAT ROUND | PS-9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Project Links &amp; Submission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PROJECT REPOSITORY &amp; DEMO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GitHub Repository: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https://github.com/yasar-pathan/ResQ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Live Local URL: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http://localhost:3000 (Citizen &amp; Dispatcher)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API &amp; Health URL: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http://localhost:8000/health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Docker Start Command: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docker compose up --build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DEMO OPERATOR CREDENTIALS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Dispatcher / Coordinator Role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Email: dispatcher@rescuegrid.dev</a:t>
            </a:r>
            <a:br/>
            <a:r>
              <a:t>Password: ChangeMeOps123!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System Admin Role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Email: admin@rescuegrid.dev</a:t>
            </a:r>
            <a:br/>
            <a:r>
              <a:t>Password: ChangeMeAdmin123!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Field Response Team Role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Email: field@rescuegrid.dev</a:t>
            </a:r>
            <a:br/>
            <a:r>
              <a:t>Password: ChangeMeOps123!</a:t>
            </a:r>
          </a:p>
          <a:p>
            <a:pPr>
              <a:spcBef>
                <a:spcPts val="2000"/>
              </a:spcBef>
              <a:defRPr sz="1200" b="1" i="1">
                <a:solidFill>
                  <a:srgbClr val="0EA5E9"/>
                </a:solidFill>
              </a:defRPr>
            </a:pPr>
            <a:r>
              <a:t>"RescueGrid: Speed, Precision, and Clarity When Every Second Counts."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